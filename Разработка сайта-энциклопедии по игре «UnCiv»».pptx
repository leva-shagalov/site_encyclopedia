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174011-1E0D-4EF5-B0CD-6C41AA078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484561-41D5-412B-8115-F3B30AB1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42AC3-CC93-4293-804C-56F298C3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C6AF52-D476-4D88-9C98-D6396669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3A2AD-FBDC-40F8-A400-77D473BB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29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611D0-0640-485A-996E-7E9D7BB1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BB61C-1509-44DE-95C5-925D9DA56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778C8B-D83D-4C60-AAB5-E061E98F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A7F38B-BE54-4F85-A6B6-D8457F9B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10DDCF-251F-44E3-92AF-3F1CD607B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34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31D04-4E5D-43BA-B007-FB4A0F7B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368CA9-FC1D-477C-BF69-10B7FAAC9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DDDC7D-DB2C-41A2-A962-9364E142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86E949-157C-4092-9217-1BB7283FC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0B1AC9-5616-408B-9CDE-F591C7CF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70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81E5F-7C93-48BA-8FC8-1E63415B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032AE3-815A-4703-BAA2-DFD31DFB5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CEEB55-EBA5-42F5-BBA0-A464F7BB7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9602A6-6D8E-45D6-95BD-6B3EF03B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676FD9-2E75-40AD-AC92-7EF754E8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04FE90-3CE6-44D1-AD3C-283A1E2D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09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370C8-1DCF-44AB-A0EF-7A3EDBD2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0499B6-BDED-4912-B34F-9D211B939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B98E02-8F7A-4E38-89F9-FE59E8843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8E83A4-50EA-472F-AEC7-47427F998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C8B0C6-9E72-4E04-8A40-EC9389EFD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15B3D5-C2B4-43AB-B23E-24070C287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4BF9D8-662F-4436-9784-DCDC8B7C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DCA62F-10F4-4B41-9E6E-E02BAD40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45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BD562-B443-479F-BD89-661699DD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AE78A3-6AF7-45BA-B550-3F3D4B09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204120-227B-4B39-80FE-AD7B5553C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0CEE91-739B-43F4-9F36-1D66F70F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736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FDDE38-72FB-44E7-930B-55D43BA7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9467D3-223A-4CB6-98D3-70B99400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DA1E2C-F771-4845-82B5-4890421B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70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81D15-50BE-4567-9EF6-0F07B0E1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185984-055A-43E2-9095-5B96A4CBD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CBA3DB-0292-44D3-82C0-D6439AB08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9B21D3-21F4-4341-A3DD-80415719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D50283-C972-4E8E-8255-F7D68F99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8C8106-5197-4293-8D78-13993EEE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7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949430-3DCC-4890-8311-66895D26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269C2C-AAF3-4A33-A475-28D2EF437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4066B2-3D6E-41FB-AA31-6790C5C5F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7DCF75-63EF-49D8-8BFC-E0C7087A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DE4205-8016-4F95-B157-90BCCAEF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847458-B490-430A-BBAB-32361B7B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85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CFDA7-AAFB-4D8E-812B-4D7899BF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478649-25A8-4F23-8F28-9CD22E25A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1FDE43-0105-4F88-9A40-FAB6F75E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01ABDF-581A-43C7-97C1-448A9121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DE1420-AE14-4971-9AA0-C6EAA04D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8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4A2DF8-784E-4391-A847-52D6E9164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D133B9-F626-4C93-AD4A-E3A7F6E5D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144D6C-C2F8-4914-8357-20833123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76D7FD-B853-4EED-BD4D-7A4622A8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0AA74-90EF-4BF4-AA0A-23A53434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78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D5475-64CB-4185-A3D2-781FC7D5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B572C1-899E-4B9D-965E-7970E34F9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54ABD3-2747-4EC9-ACF9-21C82EC8A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77C62-16C9-4BAA-B1AF-158B5F95ADC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B6BF30-8E3A-4CA5-94AF-CE23C46F8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F53EC6-B96C-41B1-A1E7-026AFAFBD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A4EFB-C45C-42EB-A651-DAC855343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15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A1B5B-A1D1-4D3F-81B8-C9A256E9B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2" y="1796832"/>
            <a:ext cx="12192000" cy="1844256"/>
          </a:xfrm>
        </p:spPr>
        <p:txBody>
          <a:bodyPr>
            <a:normAutofit/>
          </a:bodyPr>
          <a:lstStyle/>
          <a:p>
            <a:r>
              <a:rPr lang="ru-RU" b="1" dirty="0"/>
              <a:t>«Разработка сайта-энциклопедии по игре «</a:t>
            </a:r>
            <a:r>
              <a:rPr lang="en-US" b="1" dirty="0" err="1"/>
              <a:t>UnCiv</a:t>
            </a:r>
            <a:r>
              <a:rPr lang="ru-RU" b="1" dirty="0"/>
              <a:t>»»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6B2C6F-8161-4E06-A780-9AB1F9279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3746" y="3602037"/>
            <a:ext cx="4668253" cy="129080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Студент: Шагалов Л. К.</a:t>
            </a:r>
          </a:p>
          <a:p>
            <a:r>
              <a:rPr lang="ru-RU" dirty="0"/>
              <a:t>Группа: ДП "ТОП" Python54.</a:t>
            </a:r>
          </a:p>
          <a:p>
            <a:r>
              <a:rPr lang="ru-RU" dirty="0"/>
              <a:t>Преподаватель: Евдокимов И.С.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F4C7AD-DE6B-48FC-AB2D-8093BDD20A57}"/>
              </a:ext>
            </a:extLst>
          </p:cNvPr>
          <p:cNvSpPr/>
          <p:nvPr/>
        </p:nvSpPr>
        <p:spPr>
          <a:xfrm>
            <a:off x="5053263" y="5911334"/>
            <a:ext cx="2117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Екатеринбург, 2026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3233D1-4AD3-480C-9C94-C66D1DED358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894" y="200124"/>
            <a:ext cx="1604212" cy="15967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402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46294-E187-4EC2-8EE4-85B5D22A4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Актуальность разработки сайта, объясняется следующими факторами: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64ABC92-4498-4EFA-9B97-CC031F3F78E0}"/>
              </a:ext>
            </a:extLst>
          </p:cNvPr>
          <p:cNvSpPr/>
          <p:nvPr/>
        </p:nvSpPr>
        <p:spPr>
          <a:xfrm>
            <a:off x="838199" y="1690686"/>
            <a:ext cx="9059780" cy="2913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495" indent="-6350">
              <a:lnSpc>
                <a:spcPct val="154000"/>
              </a:lnSpc>
              <a:spcAft>
                <a:spcPts val="15"/>
              </a:spcAft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Быстрота подачи информации широкому кругу пользователей;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3495" indent="-6350">
              <a:lnSpc>
                <a:spcPct val="154000"/>
              </a:lnSpc>
              <a:spcAft>
                <a:spcPts val="15"/>
              </a:spcAft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Возможность организовать обратную связь с пользователями;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3495" indent="-6350">
              <a:lnSpc>
                <a:spcPct val="154000"/>
              </a:lnSpc>
              <a:spcAft>
                <a:spcPts val="15"/>
              </a:spcAft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Устойчивая связь между пользователями; 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074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32C99-B103-4B4E-B37E-6F3A5072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04"/>
            <a:ext cx="10515600" cy="1325563"/>
          </a:xfrm>
        </p:spPr>
        <p:txBody>
          <a:bodyPr/>
          <a:lstStyle/>
          <a:p>
            <a:r>
              <a:rPr lang="ru-RU" b="1" dirty="0"/>
              <a:t>Цели и задачи: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B8F974C-1AF1-4821-B6EF-921D555646AA}"/>
              </a:ext>
            </a:extLst>
          </p:cNvPr>
          <p:cNvSpPr/>
          <p:nvPr/>
        </p:nvSpPr>
        <p:spPr>
          <a:xfrm>
            <a:off x="838200" y="1228254"/>
            <a:ext cx="11353800" cy="5629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indent="-6350">
              <a:lnSpc>
                <a:spcPct val="107000"/>
              </a:lnSpc>
              <a:spcAft>
                <a:spcPts val="1000"/>
              </a:spcAft>
            </a:pPr>
            <a:r>
              <a:rPr lang="ru-RU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Цели: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400" indent="-6350">
              <a:lnSpc>
                <a:spcPct val="107000"/>
              </a:lnSpc>
              <a:spcAft>
                <a:spcPts val="1000"/>
              </a:spcAft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– Привлечение новых пользователей в игру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;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400" indent="-6350">
              <a:lnSpc>
                <a:spcPct val="107000"/>
              </a:lnSpc>
              <a:spcAft>
                <a:spcPts val="1000"/>
              </a:spcAft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– Нужна главная страница, чтобы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пользователь узнал информацию об игре;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400" indent="-6350">
              <a:lnSpc>
                <a:spcPct val="107000"/>
              </a:lnSpc>
              <a:spcAft>
                <a:spcPts val="1000"/>
              </a:spcAft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– Нужен каталог для пользователей, чтобы контролировать и проверять наличие статей. 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>
              <a:lnSpc>
                <a:spcPct val="107000"/>
              </a:lnSpc>
              <a:spcAft>
                <a:spcPts val="970"/>
              </a:spcAft>
            </a:pPr>
            <a:r>
              <a:rPr lang="ru-RU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Задачи</a:t>
            </a:r>
            <a:r>
              <a:rPr lang="ru-RU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fontAlgn="base">
              <a:lnSpc>
                <a:spcPct val="150000"/>
              </a:lnSpc>
              <a:spcAft>
                <a:spcPts val="205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Публикация статей на сайте.</a:t>
            </a:r>
            <a:endParaRPr lang="ru-RU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100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Спроектировать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структуру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базы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данных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100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Реализовать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части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100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Создать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пользовательский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интерфейс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1000"/>
              </a:spcAft>
              <a:buClr>
                <a:srgbClr val="000000"/>
              </a:buClr>
              <a:buSzPts val="15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Провести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тестирование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функциональности</a:t>
            </a:r>
            <a:r>
              <a:rPr lang="ru-RU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60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C5FCE-4991-4A15-9CD5-CD553F9EC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Используемые</a:t>
            </a:r>
            <a:r>
              <a:rPr lang="ru-RU" dirty="0"/>
              <a:t> </a:t>
            </a:r>
            <a:r>
              <a:rPr lang="ru-RU" b="1" dirty="0"/>
              <a:t>технологии: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35F45E-A674-4967-8FA8-5E632E4BC8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06" y="1606466"/>
            <a:ext cx="1787893" cy="18225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217BB3F-3A33-49D5-9653-F62ECB0EE64A}"/>
              </a:ext>
            </a:extLst>
          </p:cNvPr>
          <p:cNvSpPr/>
          <p:nvPr/>
        </p:nvSpPr>
        <p:spPr>
          <a:xfrm>
            <a:off x="3048000" y="1645089"/>
            <a:ext cx="6096000" cy="22710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400" indent="-6350">
              <a:lnSpc>
                <a:spcPct val="107000"/>
              </a:lnSpc>
              <a:spcAft>
                <a:spcPts val="1905"/>
              </a:spcAft>
            </a:pPr>
            <a:r>
              <a:rPr lang="ru-RU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Frontend: 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HTML, CSS, JavaScript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>
              <a:lnSpc>
                <a:spcPct val="107000"/>
              </a:lnSpc>
              <a:spcAft>
                <a:spcPts val="1900"/>
              </a:spcAft>
            </a:pPr>
            <a:r>
              <a:rPr lang="ru-RU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База</a:t>
            </a:r>
            <a:r>
              <a:rPr lang="ru-RU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данных</a:t>
            </a:r>
            <a:r>
              <a:rPr lang="ru-RU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SQLite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400" indent="-6350">
              <a:lnSpc>
                <a:spcPct val="107000"/>
              </a:lnSpc>
              <a:spcAft>
                <a:spcPts val="1005"/>
              </a:spcAft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Backend: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Python 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фреймворком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Django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400" indent="-6350">
              <a:lnSpc>
                <a:spcPct val="107000"/>
              </a:lnSpc>
              <a:spcAft>
                <a:spcPts val="1005"/>
              </a:spcAft>
            </a:pPr>
            <a:r>
              <a:rPr lang="ru-RU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Библиотеки: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Django-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tinyMCE</a:t>
            </a:r>
            <a:endParaRPr lang="ru-RU" sz="24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24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D0BA5-2B5A-4E6B-BE07-31172CEF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/>
              <a:t>Выбор Django</a:t>
            </a:r>
            <a:br>
              <a:rPr lang="ru-RU" b="1" dirty="0"/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A7AC21C-9423-45A9-9746-E715DDAC4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475" y="987425"/>
            <a:ext cx="4873625" cy="4873625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8D266B1-3F1C-49B7-967F-B1ACA6CC9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sz="2400" dirty="0"/>
              <a:t>Личное желание изучения </a:t>
            </a:r>
            <a:r>
              <a:rPr lang="en-US" sz="2400" dirty="0" err="1"/>
              <a:t>framerwork</a:t>
            </a:r>
            <a:r>
              <a:rPr lang="ru-RU" sz="2400" dirty="0"/>
              <a:t>-а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ru-RU" sz="2400" dirty="0"/>
              <a:t>Встроенная панель администратора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ru-RU" sz="2400" dirty="0"/>
              <a:t>Встроенная ORM для работы с базой данных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ru-RU" sz="2400" dirty="0"/>
              <a:t>Комплексные механизмы безопасности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8687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644F2-D177-4018-AD9D-505ABD26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Структура сайта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C7CE2451-A7E3-4862-8388-B34D0DEC8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5" y="1812758"/>
            <a:ext cx="12109559" cy="4395537"/>
          </a:xfrm>
        </p:spPr>
      </p:pic>
    </p:spTree>
    <p:extLst>
      <p:ext uri="{BB962C8B-B14F-4D97-AF65-F5344CB8AC3E}">
        <p14:creationId xmlns:p14="http://schemas.microsoft.com/office/powerpoint/2010/main" val="251302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6B7D9-D682-4715-85E7-C17CE3FC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/>
              <a:t>В проекте реализованы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E882506-6193-40C0-AB51-D9188B473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7771"/>
            <a:ext cx="5256212" cy="6510075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0C45E39-5ED6-497D-A87C-4801A26CC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400" b="1" dirty="0"/>
              <a:t>Система статей:</a:t>
            </a:r>
          </a:p>
          <a:p>
            <a:pPr lvl="0" fontAlgn="base"/>
            <a:r>
              <a:rPr lang="ru-RU" sz="2400" dirty="0"/>
              <a:t>Модель </a:t>
            </a:r>
            <a:r>
              <a:rPr lang="en-US" sz="2400" dirty="0"/>
              <a:t>Article </a:t>
            </a:r>
            <a:r>
              <a:rPr lang="ru-RU" sz="2400" dirty="0"/>
              <a:t>с темой и названием</a:t>
            </a:r>
          </a:p>
          <a:p>
            <a:pPr lvl="0" fontAlgn="base"/>
            <a:r>
              <a:rPr lang="en-US" sz="2400" dirty="0" err="1"/>
              <a:t>ArticleContent</a:t>
            </a:r>
            <a:r>
              <a:rPr lang="en-US" sz="2400" dirty="0"/>
              <a:t> </a:t>
            </a:r>
            <a:r>
              <a:rPr lang="ru-RU" sz="2400" dirty="0"/>
              <a:t>для содержания и хранения изменений статей</a:t>
            </a:r>
          </a:p>
          <a:p>
            <a:pPr lvl="0" fontAlgn="base"/>
            <a:r>
              <a:rPr lang="en-US" sz="2400" dirty="0" err="1"/>
              <a:t>ArticleTopic</a:t>
            </a:r>
            <a:r>
              <a:rPr lang="ru-RU" sz="2400" dirty="0"/>
              <a:t> для фильтрации по теме</a:t>
            </a:r>
          </a:p>
          <a:p>
            <a:pPr lvl="0" fontAlgn="base"/>
            <a:r>
              <a:rPr lang="ru-RU" sz="2400" dirty="0"/>
              <a:t>Управление через админ-панель</a:t>
            </a:r>
          </a:p>
          <a:p>
            <a:r>
              <a:rPr lang="ru-RU" sz="2400" b="1" dirty="0"/>
              <a:t> </a:t>
            </a:r>
          </a:p>
          <a:p>
            <a:r>
              <a:rPr lang="ru-RU" sz="2400" b="1" dirty="0"/>
              <a:t>Пользовательская система:</a:t>
            </a:r>
            <a:endParaRPr lang="ru-RU" sz="2400" dirty="0"/>
          </a:p>
          <a:p>
            <a:pPr lvl="0" fontAlgn="base"/>
            <a:r>
              <a:rPr lang="ru-RU" sz="2400" dirty="0"/>
              <a:t>Личный кабинет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30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A7173-ECD0-44A3-9AEF-89FC1CA3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Слайд перехода к просмотру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97230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BFB3A-DF59-4C6F-A5D6-2F1460C9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1891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DB6C1-C8DF-4738-85C3-FB48C301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Контакты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1EC16E-2B64-4F87-986D-5F67AD9A3812}"/>
              </a:ext>
            </a:extLst>
          </p:cNvPr>
          <p:cNvSpPr/>
          <p:nvPr/>
        </p:nvSpPr>
        <p:spPr>
          <a:xfrm>
            <a:off x="2358189" y="2521059"/>
            <a:ext cx="6096000" cy="20483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2405" indent="-6350">
              <a:lnSpc>
                <a:spcPct val="107000"/>
              </a:lnSpc>
              <a:spcAft>
                <a:spcPts val="15"/>
              </a:spcAft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Шагалов Лев 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732405" indent="-6350">
              <a:lnSpc>
                <a:spcPct val="107000"/>
              </a:lnSpc>
              <a:spcAft>
                <a:spcPts val="15"/>
              </a:spcAft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732405" indent="-6350">
              <a:lnSpc>
                <a:spcPct val="107000"/>
              </a:lnSpc>
              <a:spcAft>
                <a:spcPts val="15"/>
              </a:spcAft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Константинович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732405" indent="-6350">
              <a:lnSpc>
                <a:spcPct val="107000"/>
              </a:lnSpc>
              <a:spcAft>
                <a:spcPts val="15"/>
              </a:spcAft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ru-RU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732405" indent="-6350">
              <a:lnSpc>
                <a:spcPct val="107000"/>
              </a:lnSpc>
              <a:spcAft>
                <a:spcPts val="15"/>
              </a:spcAft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+(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тут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телефон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endParaRPr lang="ru-RU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3466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225</Words>
  <Application>Microsoft Office PowerPoint</Application>
  <PresentationFormat>Широкоэкранный</PresentationFormat>
  <Paragraphs>48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«Разработка сайта-энциклопедии по игре «UnCiv»»</vt:lpstr>
      <vt:lpstr>Актуальность разработки сайта, объясняется следующими факторами:</vt:lpstr>
      <vt:lpstr>Цели и задачи:</vt:lpstr>
      <vt:lpstr>Используемые технологии:</vt:lpstr>
      <vt:lpstr>Выбор Django </vt:lpstr>
      <vt:lpstr>Структура сайта</vt:lpstr>
      <vt:lpstr>В проекте реализованы</vt:lpstr>
      <vt:lpstr>Слайд перехода к просмотру проекта</vt:lpstr>
      <vt:lpstr>Спасибо за внимание</vt:lpstr>
      <vt:lpstr>Контакты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«Разработка сайта-энциклопедии по игре «UnCiv»»</dc:title>
  <dc:creator>Лев</dc:creator>
  <cp:lastModifiedBy>Лев</cp:lastModifiedBy>
  <cp:revision>7</cp:revision>
  <dcterms:created xsi:type="dcterms:W3CDTF">2026-10-21T19:28:34Z</dcterms:created>
  <dcterms:modified xsi:type="dcterms:W3CDTF">2026-10-21T20:34:09Z</dcterms:modified>
</cp:coreProperties>
</file>